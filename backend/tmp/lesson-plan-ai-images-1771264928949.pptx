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LUSAKA OPEN BUSINESS COLLEGE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Lesson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Plan: Intelligence in Psychology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|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6949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STUDENT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697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697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6974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1272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NUMBER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1272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1272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31272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5570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5570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in Nursing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5570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35570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9867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416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TOPIC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4416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- Types of Intelligence...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416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TEACHING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44165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48463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06040" y="48463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48463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OF TEACHING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48463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5276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5276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5276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SUPERVISOR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5276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1234440"/>
            <a:ext cx="365760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307592"/>
            <a:ext cx="3511296" cy="444398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973568" y="5788152"/>
            <a:ext cx="34381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educational illustration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General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Curriculum-grounded orientation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6858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55648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introduces intelligence as a core psychological construct in nursing education and links theory to clinical communication, assessment, and decision-making.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79392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learners should explain intelligence concepts and apply them to teaching, patient interaction, and reflective clinical practice.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1325880"/>
            <a:ext cx="3840480" cy="4526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1399032"/>
            <a:ext cx="3694176" cy="42153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36408" y="5650992"/>
            <a:ext cx="36210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educational illustration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learner performance outcomes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45920"/>
            <a:ext cx="7406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intelligence using accepted psychological perspectives.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major types and theories of intelligence.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factors that influence intelligence development.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intelligence concepts to nursing education scenarios.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41080" y="1691640"/>
            <a:ext cx="2697480" cy="4480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1874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Quality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23960" y="224028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Curriculum aligned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Observable verbs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Assessment linked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Time appropriate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Presentation 1/3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| Define intelligence and establish baseline understanding.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70866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89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6446520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intelligence and role in learning. Definitions/Descriptions: Intelligence is the capacity to learn, reason, solve problems, and adapt behavior to new contexts in educational and clinical settings.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143000"/>
            <a:ext cx="3657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1618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introductory discussion, elicits prior knowledge, and clarifies core definitions.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Activity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2761488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prior understanding, contribute examples, and record key definitions.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3611880"/>
            <a:ext cx="3657600" cy="2514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Evaluation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40782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Whiteboard, marker, projected definition slide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9244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Oral questioning and concept recall checks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Presentation 2/3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| Explain theories, types, and measurement approaches.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70866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89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6446520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psychometric and cognitive approaches; multiple-intelligences perspective; clinical relevance for teaching and communication. Definitions/Descriptions: Psychometric view emphasizes quantifiable reasoning performance, while broader models include linguistic, interpersonal, and practical adaptive abilities.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143000"/>
            <a:ext cx="3657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1618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structured content, compares models, and guides interpretation of examples.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Activity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2761488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notes, compare theories, and ask clarification questions.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3611880"/>
            <a:ext cx="3657600" cy="2514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Evaluation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40782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Charts, handouts, LCD. Handouts/slides, whiteboard, notebook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9244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Think-pair-share and targeted Q&amp;A. Formative checks through questioning and mini-task responses.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Presentation 3/3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| Apply intelligence concepts to nursing practice examples.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70866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89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6446520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application: adapting patient education to cognitive level, language needs, and social context. Definitions/Descriptions: Applied intelligence in nursing includes selecting communication strategies that match learner readiness and support safe understanding.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143000"/>
            <a:ext cx="36576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1618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 case discussion and provides corrective feedback.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Activity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2761488"/>
            <a:ext cx="3154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mini-cases and propose context-appropriate teaching actions.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3611880"/>
            <a:ext cx="3657600" cy="2514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Evaluation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40782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Case sheets, notebook. Summary notes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9244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Short written response and verbal feedback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closure and competency checks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43000"/>
            <a:ext cx="74066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connected intelligence theories to practical nursing education decisions, emphasizing clarity, adaptation, and learner-centered communication.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877056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intelligence in the context of nursing education?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theories and one practical implication of each.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adapt teaching for learners with different cognitive readiness?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1298448"/>
            <a:ext cx="3063240" cy="4983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371600"/>
            <a:ext cx="2916936" cy="46725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76488" y="6080760"/>
            <a:ext cx="2843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educational illustration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learner practice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4300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whether the following statements are True (T) or False (F):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1024128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Prepare a one-page comparison of two intelligence theories used in education.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Design three patient-education statements adjusted for different learner levels.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and source traceability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10332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PSYCHOLOGY IN NURSING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NMCZ Diploma in Nursing Curriculum (2022)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EduNurse 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Plan: Intelligence in Psychology</dc:title>
  <dc:subject>Curriculum-grounded lesson plan</dc:subject>
  <dc:creator>EduNurse</dc:creator>
  <cp:lastModifiedBy>EduNurse</cp:lastModifiedBy>
  <cp:revision>1</cp:revision>
  <dcterms:created xsi:type="dcterms:W3CDTF">2026-02-16T18:02:08Z</dcterms:created>
  <dcterms:modified xsi:type="dcterms:W3CDTF">2026-02-16T18:02:08Z</dcterms:modified>
</cp:coreProperties>
</file>